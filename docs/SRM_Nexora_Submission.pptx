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Streaming Live RAG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Nexora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 Institute of Science and Technology, Chennai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Dhriti Gupta — dg1984@srmist.edu.in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Shivangi Dubey — sp5317@srmist.edu.in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Niharika Singh — ns5096@srmist.edu.in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Samhita — sm6000@srmist.edu.in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https://github.com/DhritiGupta2006/Nexora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Arial"/>
              <a:buChar char="•"/>
            </a:pPr>
            <a:r>
              <a:rPr sz="19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Theme — Streaming Live RAG: </a:t>
            </a:r>
            <a:r>
              <a:rPr sz="19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answer questions about a document corpus while the user is still speaking or typing.</a:t>
            </a:r>
            <a:endParaRPr/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Arial"/>
              <a:buChar char="•"/>
            </a:pPr>
            <a:r>
              <a:rPr sz="19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The problem: </a:t>
            </a:r>
            <a:r>
              <a:rPr sz="19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voice and chat assistants wait for the user to finish, then retrieve, draft and check — so the user waits for all three. A multi-part question gets one blended retrieval, and a late detail (“assume we are on the Starter plan”) throws the whole answer away.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Arial"/>
              <a:buChar char="•"/>
            </a:pPr>
            <a:r>
              <a:rPr sz="19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Our goal: </a:t>
            </a:r>
            <a:r>
              <a:rPr sz="19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start retrieving mid-utterance, split multi-part questions into sub-queries, answer only from cited evidence, say “not in the documents” instead of guessing, and revise only the claims a late detail changes.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Arial"/>
              <a:buChar char="•"/>
            </a:pPr>
            <a:r>
              <a:rPr sz="19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Setting: </a:t>
            </a:r>
            <a:r>
              <a:rPr sz="19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Nexora, a fictional B2B events-SaaS company — 24 synthetic product documents (93 sections: pricing, API, security, privacy, integrations, releases) and 90 scripted voice/chat scenarios, split tune / test.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Arial"/>
              <a:buChar char="•"/>
            </a:pPr>
            <a:r>
              <a:rPr sz="19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Built-in rules: </a:t>
            </a:r>
            <a:r>
              <a:rPr sz="19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no hardcoded answers, corpus isolation, per-session isolation, and every decision recorded as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41248" y="5989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300"/>
              <a:buFont typeface="Arial"/>
              <a:buChar char="•"/>
            </a:pPr>
            <a:r>
              <a:rPr sz="13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B1 baseline </a:t>
            </a:r>
            <a:r>
              <a:rPr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= classic RAG on the same corpus: hybrid retrieval + verifier, retrieval only after the user stops, no planner.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841248" y="1783080"/>
          <a:ext cx="10515600" cy="3950208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3703320"/>
                <a:gridCol w="4069080"/>
              </a:tblGrid>
              <a:tr h="6583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SL-RAG does instead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 RAG: retrieve after the user stops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Retrieval, drafting and checking all start at the end of the utterance, so latency stacks 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streaming controller retrieves mid-utterance — on 95% of turns, before the user finishes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query per utterance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Multi-part questions get blended evidence; whole parts go unanswered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Planner splits into ≤ 4 sub-queries, retrieved as each clause ends: sub-intent recall 0.95 vs 0.59 (B1)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Generate, then trust the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Citations are not checked; unanswerable questions get confident answers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Fail-closed verifier (5 checks) drops ungrounded claims; unanswerable parts are reported as uncertain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Regenerate on every follow-up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late detail discards the whole answer and its citations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Delta planner + rewriter revise only the affected claims; unaffected claims keep their hash (preservation 1.0)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Black-box pipelines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way to see why something was retrieved, reused or dropped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typed telemetry events, trace coverage 1.0, and a live trace UI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41248" y="605332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300"/>
              <a:buFont typeface="Arial"/>
              <a:buChar char="•"/>
            </a:pPr>
            <a:r>
              <a:rPr sz="13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Live and replay share the components: </a:t>
            </a:r>
            <a:r>
              <a:rPr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 benchmark harness drives the same controller, planner, retrieval, verifier and ledger on a virtual clock; every step emits telemetry.</a:t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41248" y="1572768"/>
            <a:ext cx="5486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100" b="1" i="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WHILE THE USER SPEAKS  (every transcript chunk)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41248" y="1874519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Browser mic (Web Speech API)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text box · scenario replay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310128" y="1874519"/>
            <a:ext cx="23317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Gateway  /ws/stream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sessions · seq reorder buffer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utterance normalizer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961888" y="1874519"/>
            <a:ext cx="2788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Streaming controller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T0 rules · T1 slots + stability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T2 LLM only when ambiguous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WAIT · PROVISIONAL · COMMIT · SUPPRESS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070848" y="1874519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Speculation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early retrieval per clause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evidence cache (cos ≥ 0.82)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pre-draft at COMMIT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990088" y="2446020"/>
            <a:ext cx="32004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641848" y="2446020"/>
            <a:ext cx="32004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750808" y="2446020"/>
            <a:ext cx="32004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874519" y="3200400"/>
            <a:ext cx="59436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100" b="1" i="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AT UTTERANCE END  (evidence usually already fetched)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41248" y="3502152"/>
            <a:ext cx="15727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Planner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≤ 4 sub-intents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merge cos 0.92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633472" y="3502152"/>
            <a:ext cx="15727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Hybrid retrieval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BM25 + MiniLM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RRF fusion (k = 60)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425696" y="3502152"/>
            <a:ext cx="15727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Sufficiency gate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dense top-1 ≥ 0.55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coverage ≥ 0.50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17920" y="3502152"/>
            <a:ext cx="15727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Drafter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extractive heuristic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 Ollama Qwen2.5-3B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010144" y="3502152"/>
            <a:ext cx="15727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Fail-closed verifier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id · lexical · semantic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coref · consistency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802368" y="3502152"/>
            <a:ext cx="15727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Claim ledger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versioned claims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0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delta refinement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414016" y="4096512"/>
            <a:ext cx="219456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206240" y="4096512"/>
            <a:ext cx="219456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998464" y="4096512"/>
            <a:ext cx="219456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790688" y="4096512"/>
            <a:ext cx="219456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582912" y="4096512"/>
            <a:ext cx="219456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213848" y="3017520"/>
            <a:ext cx="0" cy="155448"/>
          </a:xfrm>
          <a:prstGeom prst="line">
            <a:avLst/>
          </a:prstGeom>
          <a:ln w="22225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627632" y="3172968"/>
            <a:ext cx="8586216" cy="0"/>
          </a:xfrm>
          <a:prstGeom prst="line">
            <a:avLst/>
          </a:prstGeom>
          <a:ln w="22225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627632" y="3172968"/>
            <a:ext cx="0" cy="329184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841248" y="4937760"/>
            <a:ext cx="6766560" cy="868680"/>
          </a:xfrm>
          <a:prstGeom prst="roundRect">
            <a:avLst>
              <a:gd name="adj" fmla="val 12000"/>
            </a:avLst>
          </a:prstGeom>
          <a:solidFill>
            <a:srgbClr val="704EA6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Telemetry bus → JSONL log + /ws/telemetry → Trace UI (HTTP Basic auth)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 decisions, retrievals, verdicts, answer versions — every event carries session, turn and cfg_hash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927848" y="4937760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2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Answer stream → client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answer_chunk with doc§section cites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answer_delta · turn_summary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41248" y="1691640"/>
            <a:ext cx="42976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1. Start: </a:t>
            </a:r>
            <a:r>
              <a:rPr sz="14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open /ui/trace (admin / slrag), pick a scenario and press Run — or click 🎤 Voice and ask a question.</a:t>
            </a:r>
            <a:endParaRPr/>
          </a:p>
          <a:p>
            <a:pPr marL="177800" indent="-177800" lv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2. Transcript: </a:t>
            </a:r>
            <a:r>
              <a:rPr sz="14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each chunk shows the controller’s decision; here retrieval is PROVISIONAL at 0.4 s and COMMIT at 0.6 s, before the user stops at 1.3 s.</a:t>
            </a:r>
          </a:p>
          <a:p>
            <a:pPr marL="177800" indent="-177800" lv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3. Retrieval: </a:t>
            </a:r>
            <a:r>
              <a:rPr sz="14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 timeline puts all 4 retrievals left of the end-of-utterance line; each sub-query lists its evidence and gate scores.</a:t>
            </a:r>
          </a:p>
          <a:p>
            <a:pPr marL="177800" indent="-177800" lv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4. Answer: </a:t>
            </a:r>
            <a:r>
              <a:rPr sz="14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claims stream with doc§section citations; click one to read the exact chunk.</a:t>
            </a:r>
          </a:p>
          <a:p>
            <a:pPr marL="177800" indent="-177800" lv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5. Ledger and Metrics: </a:t>
            </a:r>
            <a:r>
              <a:rPr sz="14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compare answer v1 → v2 after a late detail; gates G1–G6 and ablations A1–A5.</a:t>
            </a:r>
          </a:p>
        </p:txBody>
      </p:sp>
      <p:pic>
        <p:nvPicPr>
          <p:cNvPr id="121" name="Picture 120" descr="transcrip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83080"/>
            <a:ext cx="6007608" cy="1687068"/>
          </a:xfrm>
          <a:prstGeom prst="rect">
            <a:avLst/>
          </a:prstGeom>
          <a:ln w="12700">
            <a:solidFill>
              <a:srgbClr val="D9D3F0"/>
            </a:solidFill>
          </a:ln>
        </p:spPr>
      </p:pic>
      <p:sp>
        <p:nvSpPr>
          <p:cNvPr id="122" name="TextBox 121"/>
          <p:cNvSpPr txBox="1"/>
          <p:nvPr/>
        </p:nvSpPr>
        <p:spPr>
          <a:xfrm>
            <a:off x="5349240" y="3488436"/>
            <a:ext cx="600760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100" b="0" i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Transcript: controller decision per chunk (scenario compound_03)</a:t>
            </a:r>
          </a:p>
        </p:txBody>
      </p:sp>
      <p:pic>
        <p:nvPicPr>
          <p:cNvPr id="123" name="Picture 122" descr="retrieval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178808"/>
            <a:ext cx="6007608" cy="1687068"/>
          </a:xfrm>
          <a:prstGeom prst="rect">
            <a:avLst/>
          </a:prstGeom>
          <a:ln w="12700">
            <a:solidFill>
              <a:srgbClr val="D9D3F0"/>
            </a:solidFill>
          </a:ln>
        </p:spPr>
      </p:pic>
      <p:sp>
        <p:nvSpPr>
          <p:cNvPr id="124" name="TextBox 123"/>
          <p:cNvSpPr txBox="1"/>
          <p:nvPr/>
        </p:nvSpPr>
        <p:spPr>
          <a:xfrm>
            <a:off x="5349240" y="5884164"/>
            <a:ext cx="600760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100" b="0" i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Retrieval: timeline + sub-queries with their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41248" y="605332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300"/>
              <a:buFont typeface="Arial"/>
              <a:buChar char="•"/>
            </a:pPr>
            <a:r>
              <a:rPr sz="13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AI assistance: </a:t>
            </a:r>
            <a:r>
              <a:rPr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Claude Code was used as a coding assistant — see docs/AI_DISCLOSURE.docx.</a:t>
            </a:r>
            <a:endParaRPr/>
          </a:p>
        </p:txBody>
      </p:sp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841248" y="1783080"/>
          <a:ext cx="10515600" cy="4096512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8503920"/>
              </a:tblGrid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3.10+, FastAPI, uvicorn (WebSockets), Pydantic v2 event contracts, Click CLI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BM25 (own implementation), sentence-transformers all-MiniLM-L6-v2 on CPU (PyTorch), Reciprocal Rank Fusion, NumPy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 + Qwen2.5-3B-Instruct (optional); deterministic heuristic backend for reproducible runs; timeout, circuit breaker,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Single-file HTML/CSS/JS trace UI (no CDN), Web Speech API voice input, HTTP Basic auth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Replay harness on a virtual clock, gates G1–G6, ablations A1–A5, compliance audit, pytest (216 tests), Playwright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 (app + Ollama), Makefile, config.yaml frozen and pinned by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 tooling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/ GitHub, VS Code, Claude Code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41248" y="1783080"/>
            <a:ext cx="49377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buNone/>
            </a:pPr>
            <a:r>
              <a:rPr sz="18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/>
          </a:p>
          <a:p>
            <a:pPr marL="177800" indent="-177800" lv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63637E"/>
              </a:buClr>
              <a:buSzPts val="1500"/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Voice product support: </a:t>
            </a:r>
            <a:r>
              <a:rPr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answer pricing, API and security questions from the docs while the customer is still talking.</a:t>
            </a:r>
          </a:p>
          <a:p>
            <a:pPr marL="177800" indent="-177800" lv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63637E"/>
              </a:buClr>
              <a:buSzPts val="1500"/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Sales and success call copilot: </a:t>
            </a:r>
            <a:r>
              <a:rPr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surfaces cited facts during the call; follow-up details refine the same answer.</a:t>
            </a:r>
          </a:p>
          <a:p>
            <a:pPr marL="177800" indent="-177800" lv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63637E"/>
              </a:buClr>
              <a:buSzPts val="1500"/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Internal help desk: </a:t>
            </a:r>
            <a:r>
              <a:rPr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policy and IT questions with sources, and an explicit “not covered” instead of a guess.</a:t>
            </a:r>
          </a:p>
          <a:p>
            <a:pPr marL="177800" indent="-177800" lv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63637E"/>
              </a:buClr>
              <a:buSzPts val="1500"/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Any document set: </a:t>
            </a:r>
            <a:r>
              <a:rPr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swap the corpus JSON and re-index; nothing in the engine is domain-specific.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26480" y="1783080"/>
            <a:ext cx="52120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8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Measured impact (test split, vs B1 classic RAG)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26480" y="2267712"/>
            <a:ext cx="14173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8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388 ms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80960" y="2377440"/>
            <a:ext cx="3657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4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time to first token, p50 (B1: 485 ms, −20%)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126480" y="2980944"/>
            <a:ext cx="14173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8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80960" y="3090672"/>
            <a:ext cx="3657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4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of turns retrieve before the user stops speaking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26480" y="3694176"/>
            <a:ext cx="14173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8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680960" y="3803904"/>
            <a:ext cx="3657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4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recall@10 (B1: 0.962) · sub-intent recall 0.95 (B1: 0.59)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126480" y="4407408"/>
            <a:ext cx="14173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8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80960" y="4517136"/>
            <a:ext cx="3657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4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hallucinated citations · groundedness 1.000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26480" y="5120640"/>
            <a:ext cx="14173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buNone/>
            </a:pPr>
            <a:r>
              <a:rPr sz="185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56%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80960" y="5230368"/>
            <a:ext cx="3657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4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fewer retrieval calls when a late detail arrives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26480" y="5852160"/>
            <a:ext cx="52120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050" b="0" i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Latency is the replay clock’s latency model and cost is notional — relative, not hardware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41248" y="1645920"/>
            <a:ext cx="525780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800"/>
              </a:spcBef>
              <a:buNone/>
            </a:pPr>
            <a:r>
              <a:rPr sz="17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/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Per-clause early retrieval: early-retrieval rate 0.79 → 0.98 on the tune split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Three-tier controller; the LLM tier only runs in the ambiguous band, and a timeout falls back to retrieve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Versioned claim ledger: late details revise claims, unaffected ones keep their hash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Fail-closed verifier + uncertainty items instead of guesses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sz="17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Latency and cost come from a simulated clock and notional prices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Measured with the extractive heuristic drafter; Ollama not benchmarked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Coverage gate wrongly suppresses 3 reworded answerable requests</a:t>
            </a:r>
          </a:p>
          <a:p>
            <a:pPr marL="177800" indent="-177800" lv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Arial"/>
              <a:buChar char="•"/>
            </a:pPr>
            <a:r>
              <a:rPr sz="135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Refinement uses 3.5× the tokens of a restart; small synthetic test split (47 sessions)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6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Results: all gates pass (frozen config, test split)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6355080" y="2103120"/>
          <a:ext cx="5001768" cy="3008376"/>
        </p:xfrm>
        <a:graphic>
          <a:graphicData uri="http://schemas.openxmlformats.org/drawingml/2006/table">
            <a:tbl>
              <a:tblPr firstRow="0" bandRow="0"/>
              <a:tblGrid>
                <a:gridCol w="1783080"/>
                <a:gridCol w="1600200"/>
                <a:gridCol w="1618488"/>
              </a:tblGrid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704EA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G1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recall@10 ≥ B1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vs 0.962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 Early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G3 Groundedness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B1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vs 1.000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G4 Grounding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0.85, 0 bad ids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1.000, 0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 Refinement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preservation =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1.000, 0 restarts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1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G6 Trace coverage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 1.0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sz="1250" b="0">
                          <a:solidFill>
                            <a:srgbClr val="636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9D3F0"/>
                      </a:solidFill>
                    </a:lnL>
                    <a:lnR w="9525">
                      <a:solidFill>
                        <a:srgbClr val="D9D3F0"/>
                      </a:solidFill>
                    </a:lnR>
                    <a:lnT w="9525">
                      <a:solidFill>
                        <a:srgbClr val="D9D3F0"/>
                      </a:solidFill>
                    </a:lnT>
                    <a:lnB w="9525">
                      <a:solidFill>
                        <a:srgbClr val="D9D3F0"/>
                      </a:solidFill>
                    </a:lnB>
                    <a:solidFill>
                      <a:srgbClr val="F6F4FB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6355080" y="5257800"/>
            <a:ext cx="500176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sz="12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Ablations: hybrid retrieval beats dense-only and BM25-only (recall@10 1.000 / 0.968 / 0.989); early retrieval cuts TTFT p50 from 490 to 385 ms; pre-drafting adds cost without a latency 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Fix the coverage gate: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accept sub-intents with a high dense match and ignore instruction words (“summarize”, “steps”) — needs new tune scenarios first.</a:t>
            </a:r>
            <a:endParaRPr/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Smarter splitting: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do not split “… and where are its offices?” when the second clause’s subject is a pronoun.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Cheaper refinement: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give the delta planner sub-intent summaries instead of every claim; cap rewriter evidence.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Real generative drafting: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benchmark with Ollama Qwen2.5-3B plus an LLM judge and human-labelled samples.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Leaner speculation: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switch to retrieval-only speculation (same latency, about 26% cheaper per turn in A3).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Production path: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evaluate the T0/T2 tiers on live multi-turn sessions, and test Docker Compose on a clean machine.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Everything is traceable: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30 typed events, trace coverage 1.0; the UI is rendered only from telemetry, enforced by a contract test.</a:t>
            </a:r>
            <a:endParaRPr/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Honest evaluation: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thresholds tuned on the tune split only, config frozen and pinned by hash, failures published with root causes.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Automated compliance audit: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6 checks, including a test-split replay with every gold label stripped (729 identical engine decisions).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Voice in the browser: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Web Speech API streams into /ws/stream with live interim text; no audio reaches our server.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Fails safe: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LLM timeouts and a circuit breaker fall back automatically; the T2 timeout means “retrieve”; sessions are isolated and idle-evicted.</a:t>
            </a:r>
          </a:p>
          <a:p>
            <a:pPr marL="177800" indent="-177800" lv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Arial"/>
              <a:buChar char="•"/>
            </a:pPr>
            <a:r>
              <a:rPr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Reproducible: </a:t>
            </a:r>
            <a:r>
              <a:rPr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deterministic replay (seed 13, temperature 0), 216 tests, a frozen hash-pinned config, Docker Compose packaging.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r>
              <a:rPr lang="en-US" sz="2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— Y: https://github.com/DhritiGupta2006/Nexora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r>
              <a:rPr lang="en-US" sz="2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— Y (README.md)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r>
              <a:rPr lang="en-US" sz="2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— Y: https://drive.google.com/drive/folders/1db1zRsrnWxcoQWzWN68MakRYZjPe73GJ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r>
              <a:rPr lang="en-US" sz="2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— Y (this deck)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